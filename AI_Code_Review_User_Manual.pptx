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AI Code Review User Manual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Operation Guide &amp; Workflow Analysis</a:t>
            </a:r>
          </a:p>
          <a:p>
            <a:r>
              <a:t>Date: February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Project Functions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Core Modules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Operation Manual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Underlying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Project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Automated Code Review: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Triggers on /code-review command.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Enforces Coding Style &amp; Security Standards (Python / BigQuery SQL).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Scope Control: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Supports Folder, PR, or FileList as scope.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Handles large codebases via Auto-Batching.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Automated Fix Application: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Triggers on /apply-fix command.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Applies generated Unified Diffs to files safely.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Business Logic Analysis: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Provides Explain Agent to clarify complex logic without modifying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Core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Review Agent (review.agent.md):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The 'Brain'. strict context checks, runs analysis, generates report.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Apply-Fix Agent (apply-fix.agent.md):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The 'Hands'. Parses diffs from report, applies patches, ensures path security.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Prompts (code-review.prompt.md):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The 'Rules'. Defines PEP8, BigQuery standards, OWASP security checks.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Defines Grading: MUST (Fail), SHOULD (Warning), MAY (Pass).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Operation Manual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Step 1: Start Review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Command: /code-review &lt;folder_path&gt; or /code-review &lt;file_list&gt;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Pre-requisite: Ensure 'Coding Style &amp; Security Standard' rules are in context.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Step 2: Check Report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Results saved to: Code_review_result.md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Check 'Overall Status' (Pass/Fail).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Review 'fail diff' section for MUST-fix items.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Operation Manual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Step 3: Apply Fixes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Command: /apply-fix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Optional: Add '--include-warning' to apply SHOULD items.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Optional: Add '--from &lt;path&gt;' to use a specific report file.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Step 4: Verify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Check git diff to confirm changes.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Re-run /code-review to verify fixes (Coverage must be 100%).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Underlying Workflow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1. Initialization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User sends command.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Agent validates context (Must contain standard headers).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2. Batching Strategy (Auto-Batching)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Calculates total file size.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Limit: 350KB total or 80KB per file.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Splits into Batch-01, Batch-02... if limits exceeded.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Output: .code-review-batches/manifest.json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Underlying Workflow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3. Analysis &amp; Reporting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LLM analyzes code against In-Scope rules.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Generates Code_review_result.md with structured sections.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Grading: Fail (Must Fix) vs Warning (Suggested).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4. Fix Application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Apply-Fix Agent parses Markdown code blocks (```diff).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Converts Unified Diff to V4A Patch format.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Applies path security checks (no absolute paths/traversal).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 patches files atomically per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